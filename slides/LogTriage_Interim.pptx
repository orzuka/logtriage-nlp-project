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673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C7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5166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review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3657600" cy="5166360"/>
          </a:xfrm>
          <a:prstGeom prst="roundRect">
            <a:avLst>
              <a:gd name="adj" fmla="val 3000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Project motivation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755648"/>
            <a:ext cx="28346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50" dirty="0">
                <a:solidFill>
                  <a:srgbClr val="F8FAFC"/>
                </a:solidFill>
              </a:rPr>
              <a:t>E-commerce checkout failures produce logs across multiple services.</a:t>
            </a:r>
            <a:endParaRPr lang="en-US" sz="1050" dirty="0"/>
          </a:p>
          <a:p>
            <a:r>
              <a:rPr lang="en-US" sz="1050" dirty="0">
                <a:solidFill>
                  <a:srgbClr val="F8FAFC"/>
                </a:solidFill>
              </a:rPr>
              <a:t>Operators need structured triage: cause, service, severity, action, and evidence.</a:t>
            </a:r>
            <a:endParaRPr lang="en-US" sz="1050" dirty="0"/>
          </a:p>
          <a:p>
            <a:r>
              <a:rPr lang="en-US" sz="1050" dirty="0">
                <a:solidFill>
                  <a:srgbClr val="F8FAFC"/>
                </a:solidFill>
              </a:rPr>
              <a:t>The task is explainable multi-output NLP, not just anomaly detection.</a:t>
            </a:r>
            <a:endParaRPr lang="en-US" sz="1050" dirty="0"/>
          </a:p>
        </p:txBody>
      </p:sp>
      <p:pic>
        <p:nvPicPr>
          <p:cNvPr id="8" name="Image 0" descr="/mnt/data/logtriage_work/logtriage_submission/visuals/visual_abs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77" y="3081528"/>
            <a:ext cx="3346889" cy="18105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80560" y="1051560"/>
            <a:ext cx="3291840" cy="5166360"/>
          </a:xfrm>
          <a:prstGeom prst="roundRect">
            <a:avLst>
              <a:gd name="adj" fmla="val 3333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What changed from proposal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54880" y="1755648"/>
            <a:ext cx="25603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30" dirty="0">
                <a:solidFill>
                  <a:srgbClr val="F8FAFC"/>
                </a:solidFill>
              </a:rPr>
              <a:t>Added affected_service as a prediction output.</a:t>
            </a:r>
            <a:endParaRPr lang="en-US" sz="1030" dirty="0"/>
          </a:p>
          <a:p>
            <a:r>
              <a:rPr lang="en-US" sz="1030" dirty="0">
                <a:solidFill>
                  <a:srgbClr val="F8FAFC"/>
                </a:solidFill>
              </a:rPr>
              <a:t>Expanded the fixed taxonomy to 12 causes and 12 actions.</a:t>
            </a:r>
            <a:endParaRPr lang="en-US" sz="1030" dirty="0"/>
          </a:p>
          <a:p>
            <a:r>
              <a:rPr lang="en-US" sz="1030" dirty="0">
                <a:solidFill>
                  <a:srgbClr val="F8FAFC"/>
                </a:solidFill>
              </a:rPr>
              <a:t>Created 5,000 examples instead of a small prototype.</a:t>
            </a:r>
            <a:endParaRPr lang="en-US" sz="1030" dirty="0"/>
          </a:p>
          <a:p>
            <a:r>
              <a:rPr lang="en-US" sz="1030" dirty="0">
                <a:solidFill>
                  <a:srgbClr val="F8FAFC"/>
                </a:solidFill>
              </a:rPr>
              <a:t>Added validation, EDA visuals, and baseline evaluation.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8229600" y="1051560"/>
            <a:ext cx="3337560" cy="5166360"/>
          </a:xfrm>
          <a:prstGeom prst="roundRect">
            <a:avLst>
              <a:gd name="adj" fmla="val 3288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Current contributions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503920" y="187452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77072" y="1947672"/>
            <a:ext cx="108813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5,000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77072" y="2212848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synthetic sessions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9875520" y="187452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948672" y="1947672"/>
            <a:ext cx="108813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948672" y="2212848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schema issues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8503920" y="274320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577072" y="2816352"/>
            <a:ext cx="108813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</a:rPr>
              <a:t>12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77072" y="3081528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failure causes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9875520" y="2743200"/>
            <a:ext cx="123444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948672" y="2816352"/>
            <a:ext cx="108813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948672" y="3081528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model families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8503920" y="3886200"/>
            <a:ext cx="2194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Novelty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0392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F8FAFC"/>
                </a:solidFill>
              </a:rPr>
              <a:t>The benchmark predicts operator-ready triage with evidence lines, not only normal/abnormal labels.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Interim Presentation</a:t>
            </a:r>
            <a:endParaRPr lang="en-US" sz="8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9120" y="55191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Previous work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11018520" cy="5349240"/>
          </a:xfrm>
          <a:prstGeom prst="roundRect">
            <a:avLst>
              <a:gd name="adj" fmla="val 2051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Related work table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719072"/>
            <a:ext cx="182880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23544" y="1810512"/>
            <a:ext cx="171907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Paper / year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834640" y="1719072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9504" y="1810512"/>
            <a:ext cx="121615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Task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343400" y="1719072"/>
            <a:ext cx="141732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98264" y="1810512"/>
            <a:ext cx="130759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Methods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89320" y="1719072"/>
            <a:ext cx="141732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44184" y="1810512"/>
            <a:ext cx="130759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Data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635240" y="1719072"/>
            <a:ext cx="352044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90104" y="1810512"/>
            <a:ext cx="341071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Relation to LogTriage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68680" y="2130552"/>
            <a:ext cx="182880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1832" y="2203704"/>
            <a:ext cx="16824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LogLLM (2024)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834640" y="2130552"/>
            <a:ext cx="132588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07792" y="2203704"/>
            <a:ext cx="117957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Log anomaly detection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343400" y="2130552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16552" y="2203704"/>
            <a:ext cx="12710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LLM-based log understanding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989320" y="2130552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62472" y="2203704"/>
            <a:ext cx="12710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Public system logs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635240" y="2130552"/>
            <a:ext cx="352044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08392" y="2203704"/>
            <a:ext cx="337413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Shows LLMs can capture log semantics; our task adds triage + evidence.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868680" y="3044952"/>
            <a:ext cx="1828800" cy="749808"/>
          </a:xfrm>
          <a:prstGeom prst="roundRect">
            <a:avLst>
              <a:gd name="adj" fmla="val 14634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1832" y="3118104"/>
            <a:ext cx="16824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AIOps benchmark datasets (2022)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2834640" y="3044952"/>
            <a:ext cx="1325880" cy="749808"/>
          </a:xfrm>
          <a:prstGeom prst="roundRect">
            <a:avLst>
              <a:gd name="adj" fmla="val 14634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07792" y="3118104"/>
            <a:ext cx="117957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Anomaly/RCA benchmarks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343400" y="3044952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16552" y="3118104"/>
            <a:ext cx="12710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Large-scale benchmark construction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5989320" y="3044952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62472" y="3118104"/>
            <a:ext cx="12710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Real-world AIOps data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7635240" y="3044952"/>
            <a:ext cx="3520440" cy="749808"/>
          </a:xfrm>
          <a:prstGeom prst="roundRect">
            <a:avLst>
              <a:gd name="adj" fmla="val 14634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08392" y="3118104"/>
            <a:ext cx="337413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Motivates benchmark design; our dataset is synthetic and explainable.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68680" y="3959352"/>
            <a:ext cx="182880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1832" y="4032504"/>
            <a:ext cx="16824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Synthetic data generation survey (2024)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2834640" y="3959352"/>
            <a:ext cx="132588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07792" y="4032504"/>
            <a:ext cx="117957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LLM synthetic data quality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343400" y="3959352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16552" y="4032504"/>
            <a:ext cx="12710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Generation, curation, filtering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989320" y="3959352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62472" y="4032504"/>
            <a:ext cx="12710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Text benchmarks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7635240" y="3959352"/>
            <a:ext cx="352044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08392" y="4032504"/>
            <a:ext cx="337413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Supports controlled generation + validation methodology.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868680" y="5257800"/>
            <a:ext cx="10287000" cy="640080"/>
          </a:xfrm>
          <a:prstGeom prst="roundRect">
            <a:avLst>
              <a:gd name="adj" fmla="val 17143"/>
            </a:avLst>
          </a:prstGeom>
          <a:solidFill>
            <a:srgbClr val="4A2E0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51560" y="5440680"/>
            <a:ext cx="9875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8FAFC"/>
                </a:solidFill>
              </a:rPr>
              <a:t>Takeaway: prior work covers anomaly detection and RCA, so LogTriage is framed narrowly as explainable multi-output operator triage with action and evidence-line prediction.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Interim Presentation</a:t>
            </a:r>
            <a:endParaRPr lang="en-US" sz="8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212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520440" cy="5349240"/>
          </a:xfrm>
          <a:prstGeom prst="roundRect">
            <a:avLst>
              <a:gd name="adj" fmla="val 3117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Generated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100584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856232"/>
            <a:ext cx="85953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5,000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2121408"/>
            <a:ext cx="8595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examples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965960" y="1783080"/>
            <a:ext cx="100584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39112" y="1856232"/>
            <a:ext cx="85953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3,500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9112" y="2121408"/>
            <a:ext cx="8595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train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868680" y="2615184"/>
            <a:ext cx="100584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832" y="2688336"/>
            <a:ext cx="85953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</a:rPr>
              <a:t>750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2953512"/>
            <a:ext cx="8595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valid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965960" y="2615184"/>
            <a:ext cx="100584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39112" y="2688336"/>
            <a:ext cx="85953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750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39112" y="2953512"/>
            <a:ext cx="8595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test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2697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970" dirty="0">
                <a:solidFill>
                  <a:srgbClr val="F8FAFC"/>
                </a:solidFill>
              </a:rPr>
              <a:t>Each record includes numbered logs and structured labels.</a:t>
            </a:r>
            <a:endParaRPr lang="en-US" sz="970" dirty="0"/>
          </a:p>
          <a:p>
            <a:r>
              <a:rPr lang="en-US" sz="970" dirty="0">
                <a:solidFill>
                  <a:srgbClr val="F8FAFC"/>
                </a:solidFill>
              </a:rPr>
              <a:t>Labels are generated using controlled attributes and fixed taxonomies.</a:t>
            </a:r>
            <a:endParaRPr lang="en-US" sz="970" dirty="0"/>
          </a:p>
          <a:p>
            <a:r>
              <a:rPr lang="en-US" sz="970" dirty="0">
                <a:solidFill>
                  <a:srgbClr val="F8FAFC"/>
                </a:solidFill>
              </a:rPr>
              <a:t>Validation checks JSON schema, allowed labels, evidence-line numbers, and duplicates.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297680" y="1005840"/>
            <a:ext cx="3474720" cy="5349240"/>
          </a:xfrm>
          <a:prstGeom prst="roundRect">
            <a:avLst>
              <a:gd name="adj" fmla="val 3158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EDA: label coverage</a:t>
            </a:r>
            <a:endParaRPr lang="en-US" sz="1600" dirty="0"/>
          </a:p>
        </p:txBody>
      </p:sp>
      <p:pic>
        <p:nvPicPr>
          <p:cNvPr id="22" name="Image 0" descr="/mnt/data/logtriage_work/logtriage_submission/visual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91640"/>
            <a:ext cx="2834640" cy="1417320"/>
          </a:xfrm>
          <a:prstGeom prst="rect">
            <a:avLst/>
          </a:prstGeom>
        </p:spPr>
      </p:pic>
      <p:pic>
        <p:nvPicPr>
          <p:cNvPr id="23" name="Image 1" descr="/mnt/data/logtriage_work/logtriage_submission/visuals/servic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337560"/>
            <a:ext cx="2834640" cy="12801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572000" y="5074920"/>
            <a:ext cx="2743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4A3B8"/>
                </a:solidFill>
              </a:rPr>
              <a:t>Cause and service distributions are checked to avoid one-label dominance.</a:t>
            </a:r>
            <a:endParaRPr lang="en-US" sz="920" dirty="0"/>
          </a:p>
        </p:txBody>
      </p:sp>
      <p:sp>
        <p:nvSpPr>
          <p:cNvPr id="25" name="Shape 21"/>
          <p:cNvSpPr/>
          <p:nvPr/>
        </p:nvSpPr>
        <p:spPr>
          <a:xfrm>
            <a:off x="8001000" y="1005840"/>
            <a:ext cx="3611880" cy="5349240"/>
          </a:xfrm>
          <a:prstGeom prst="roundRect">
            <a:avLst>
              <a:gd name="adj" fmla="val 3038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827532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EDA: input quality</a:t>
            </a:r>
            <a:endParaRPr lang="en-US" sz="1600" dirty="0"/>
          </a:p>
        </p:txBody>
      </p:sp>
      <p:pic>
        <p:nvPicPr>
          <p:cNvPr id="27" name="Image 2" descr="/mnt/data/logtriage_work/logtriage_submission/visuals/severity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691640"/>
            <a:ext cx="2971800" cy="1234440"/>
          </a:xfrm>
          <a:prstGeom prst="rect">
            <a:avLst/>
          </a:prstGeom>
        </p:spPr>
      </p:pic>
      <p:pic>
        <p:nvPicPr>
          <p:cNvPr id="28" name="Image 3" descr="/mnt/data/logtriage_work/logtriage_submission/visuals/log_length_distribu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182112"/>
            <a:ext cx="2971800" cy="12344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75320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4A3B8"/>
                </a:solidFill>
              </a:rPr>
              <a:t>Severity, noise, and session length are tracked because they affect model difficulty.</a:t>
            </a:r>
            <a:endParaRPr lang="en-US" sz="920" dirty="0"/>
          </a:p>
        </p:txBody>
      </p:sp>
      <p:sp>
        <p:nvSpPr>
          <p:cNvPr id="30" name="Text 24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Interim Presentation</a:t>
            </a:r>
            <a:endParaRPr lang="en-US" sz="8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4840" y="548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solution and results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3657600" cy="5349240"/>
          </a:xfrm>
          <a:prstGeom prst="roundRect">
            <a:avLst>
              <a:gd name="adj" fmla="val 3000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Baseline methods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27889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970" dirty="0">
                <a:solidFill>
                  <a:srgbClr val="F8FAFC"/>
                </a:solidFill>
              </a:rPr>
              <a:t>Rule-based baseline: transparent keyword/runbook rules.</a:t>
            </a:r>
            <a:endParaRPr lang="en-US" sz="970" dirty="0"/>
          </a:p>
          <a:p>
            <a:r>
              <a:rPr lang="en-US" sz="970" dirty="0">
                <a:solidFill>
                  <a:srgbClr val="F8FAFC"/>
                </a:solidFill>
              </a:rPr>
              <a:t>TF-IDF + Logistic Regression / Linear SVM: classical NLP baseline.</a:t>
            </a:r>
            <a:endParaRPr lang="en-US" sz="970" dirty="0"/>
          </a:p>
          <a:p>
            <a:r>
              <a:rPr lang="en-US" sz="970" dirty="0">
                <a:solidFill>
                  <a:srgbClr val="F8FAFC"/>
                </a:solidFill>
              </a:rPr>
              <a:t>LLM prompt baselines prepared as zero-shot/few-shot evaluation scripts.</a:t>
            </a:r>
            <a:endParaRPr lang="en-US" sz="970" dirty="0"/>
          </a:p>
          <a:p>
            <a:r>
              <a:rPr lang="en-US" sz="970" dirty="0">
                <a:solidFill>
                  <a:srgbClr val="F8FAFC"/>
                </a:solidFill>
              </a:rPr>
              <a:t>Transformer training script prepared for final extension.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868680" y="39776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4A2E0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4160520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Baseline goal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4443984"/>
            <a:ext cx="2057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</a:rPr>
              <a:t>Measure how much can be solved before expensive fine-tuning.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3749040" cy="5349240"/>
          </a:xfrm>
          <a:prstGeom prst="roundRect">
            <a:avLst>
              <a:gd name="adj" fmla="val 2927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Results table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36592" y="1691640"/>
            <a:ext cx="3017520" cy="347472"/>
          </a:xfrm>
          <a:prstGeom prst="roundRect">
            <a:avLst>
              <a:gd name="adj" fmla="val 31579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1783080"/>
            <a:ext cx="2788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7DD3FC"/>
                </a:solidFill>
              </a:rPr>
              <a:t>Model        Cause   Sev.   Action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3017520" cy="347472"/>
          </a:xfrm>
          <a:prstGeom prst="roundRect">
            <a:avLst>
              <a:gd name="adj" fmla="val 31579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28032" y="2258568"/>
            <a:ext cx="2788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F8FAFC"/>
                </a:solidFill>
              </a:rPr>
              <a:t>Rule-based     0.920   0.905   0.897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4736592" y="2642616"/>
            <a:ext cx="3017520" cy="347472"/>
          </a:xfrm>
          <a:prstGeom prst="roundRect">
            <a:avLst>
              <a:gd name="adj" fmla="val 31579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2734056"/>
            <a:ext cx="2788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F8FAFC"/>
                </a:solidFill>
              </a:rPr>
              <a:t>TF-IDF + LogReg     0.961   0.952   0.959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4736592" y="3118104"/>
            <a:ext cx="3017520" cy="347472"/>
          </a:xfrm>
          <a:prstGeom prst="roundRect">
            <a:avLst>
              <a:gd name="adj" fmla="val 31579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8032" y="3209544"/>
            <a:ext cx="2788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F8FAFC"/>
                </a:solidFill>
              </a:rPr>
              <a:t>Zero-shot LLM     prepared   prepared   prepared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4736592" y="3593592"/>
            <a:ext cx="3017520" cy="347472"/>
          </a:xfrm>
          <a:prstGeom prst="roundRect">
            <a:avLst>
              <a:gd name="adj" fmla="val 31579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28032" y="3685032"/>
            <a:ext cx="2788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F8FAFC"/>
                </a:solidFill>
              </a:rPr>
              <a:t>Few-shot LLM     prepared   prepared   prepared</a:t>
            </a:r>
            <a:endParaRPr lang="en-US" sz="710" dirty="0"/>
          </a:p>
        </p:txBody>
      </p:sp>
      <p:sp>
        <p:nvSpPr>
          <p:cNvPr id="23" name="Text 21"/>
          <p:cNvSpPr/>
          <p:nvPr/>
        </p:nvSpPr>
        <p:spPr>
          <a:xfrm>
            <a:off x="4754880" y="4434840"/>
            <a:ext cx="26974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4A3B8"/>
                </a:solidFill>
              </a:rPr>
              <a:t>Current completed results focus on implemented baselines. LLM/transformer runs are prepared for final evaluation or future extension.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458200" y="1005840"/>
            <a:ext cx="3154680" cy="5349240"/>
          </a:xfrm>
          <a:prstGeom prst="roundRect">
            <a:avLst>
              <a:gd name="adj" fmla="val 3478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32520" y="1234440"/>
            <a:ext cx="24688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Visual + errors</a:t>
            </a:r>
            <a:endParaRPr lang="en-US" sz="1600" dirty="0"/>
          </a:p>
        </p:txBody>
      </p:sp>
      <p:pic>
        <p:nvPicPr>
          <p:cNvPr id="26" name="Image 0" descr="/mnt/data/logtriage_work/logtriage_submission/visual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691640"/>
            <a:ext cx="2514600" cy="1325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73252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Inspected error types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732520" y="370332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870" dirty="0">
                <a:solidFill>
                  <a:srgbClr val="F8FAFC"/>
                </a:solidFill>
              </a:rPr>
              <a:t>timeout vs external API confusion</a:t>
            </a:r>
            <a:endParaRPr lang="en-US" sz="870" dirty="0"/>
          </a:p>
          <a:p>
            <a:r>
              <a:rPr lang="en-US" sz="870" dirty="0">
                <a:solidFill>
                  <a:srgbClr val="F8FAFC"/>
                </a:solidFill>
              </a:rPr>
              <a:t>symptom lines selected instead of root cause</a:t>
            </a:r>
            <a:endParaRPr lang="en-US" sz="870" dirty="0"/>
          </a:p>
          <a:p>
            <a:r>
              <a:rPr lang="en-US" sz="870" dirty="0">
                <a:solidFill>
                  <a:srgbClr val="F8FAFC"/>
                </a:solidFill>
              </a:rPr>
              <a:t>severity depends on context and impact</a:t>
            </a:r>
            <a:endParaRPr lang="en-US" sz="870" dirty="0"/>
          </a:p>
          <a:p>
            <a:r>
              <a:rPr lang="en-US" sz="870" dirty="0">
                <a:solidFill>
                  <a:srgbClr val="F8FAFC"/>
                </a:solidFill>
              </a:rPr>
              <a:t>synthetic wording may create lexical shortcuts</a:t>
            </a:r>
            <a:endParaRPr lang="en-US" sz="870" dirty="0"/>
          </a:p>
        </p:txBody>
      </p:sp>
      <p:sp>
        <p:nvSpPr>
          <p:cNvPr id="29" name="Text 26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Interim Presentation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4840" y="491447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11018520" cy="5349240"/>
          </a:xfrm>
          <a:prstGeom prst="roundRect">
            <a:avLst>
              <a:gd name="adj" fmla="val 2051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1089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Remaining project plan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755648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164592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Step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834640" y="1755648"/>
            <a:ext cx="155448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1847088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Scope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17720" y="1755648"/>
            <a:ext cx="260604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847088"/>
            <a:ext cx="25146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Technical work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498080" y="1755648"/>
            <a:ext cx="182880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43800" y="1847088"/>
            <a:ext cx="17373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Expected outcome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646920" y="1755648"/>
            <a:ext cx="160020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92640" y="1847088"/>
            <a:ext cx="1508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D3FC"/>
                </a:solidFill>
              </a:rPr>
              <a:t>Status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68680" y="2212848"/>
            <a:ext cx="173736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" y="2286000"/>
            <a:ext cx="1609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1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2834640" y="2212848"/>
            <a:ext cx="155448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98648" y="2286000"/>
            <a:ext cx="1426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Data hardening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4617720" y="2212848"/>
            <a:ext cx="260604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2286000"/>
            <a:ext cx="24780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Add harder noise and misleading symptom lines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498080" y="2212848"/>
            <a:ext cx="182880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62088" y="2286000"/>
            <a:ext cx="17007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More realistic test set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9646920" y="2212848"/>
            <a:ext cx="160020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10928" y="2286000"/>
            <a:ext cx="1472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2C55E"/>
                </a:solidFill>
              </a:rPr>
              <a:t>next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868680" y="2816352"/>
            <a:ext cx="173736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2688" y="2889504"/>
            <a:ext cx="1609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2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2834640" y="2816352"/>
            <a:ext cx="155448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98648" y="2889504"/>
            <a:ext cx="1426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LLM baselines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4617720" y="2816352"/>
            <a:ext cx="260604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81728" y="2889504"/>
            <a:ext cx="24780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Run zero-shot/few-shot API evaluation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7498080" y="2816352"/>
            <a:ext cx="182880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62088" y="2889504"/>
            <a:ext cx="17007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LLM comparison table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9646920" y="2816352"/>
            <a:ext cx="160020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10928" y="2889504"/>
            <a:ext cx="1472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2C55E"/>
                </a:solidFill>
              </a:rPr>
              <a:t>next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868680" y="3419856"/>
            <a:ext cx="173736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32688" y="3493008"/>
            <a:ext cx="1609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3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2834640" y="3419856"/>
            <a:ext cx="155448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98648" y="3493008"/>
            <a:ext cx="1426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Transformer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4617720" y="3419856"/>
            <a:ext cx="260604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81728" y="3493008"/>
            <a:ext cx="24780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Fine-tune DistilBERT/RoBERTa classifier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7498080" y="3419856"/>
            <a:ext cx="182880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62088" y="3493008"/>
            <a:ext cx="17007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Fine-tuned benchmark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9646920" y="3419856"/>
            <a:ext cx="160020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10928" y="3493008"/>
            <a:ext cx="1472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2C55E"/>
                </a:solidFill>
              </a:rPr>
              <a:t>next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868680" y="4023360"/>
            <a:ext cx="173736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32688" y="4096512"/>
            <a:ext cx="1609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4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2834640" y="4023360"/>
            <a:ext cx="155448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898648" y="4096512"/>
            <a:ext cx="1426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Error analysis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4617720" y="4023360"/>
            <a:ext cx="260604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81728" y="4096512"/>
            <a:ext cx="24780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Inspect wrong examples by class and noise level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498080" y="4023360"/>
            <a:ext cx="182880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62088" y="4096512"/>
            <a:ext cx="17007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Explain results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9646920" y="4023360"/>
            <a:ext cx="1600200" cy="475488"/>
          </a:xfrm>
          <a:prstGeom prst="roundRect">
            <a:avLst>
              <a:gd name="adj" fmla="val 23077"/>
            </a:avLst>
          </a:prstGeom>
          <a:solidFill>
            <a:srgbClr val="10263A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710928" y="4096512"/>
            <a:ext cx="1472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2C55E"/>
                </a:solidFill>
              </a:rPr>
              <a:t>in progress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868680" y="4626864"/>
            <a:ext cx="173736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32688" y="4700016"/>
            <a:ext cx="16093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5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2834640" y="4626864"/>
            <a:ext cx="155448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898648" y="4700016"/>
            <a:ext cx="1426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Final presentation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4617720" y="4626864"/>
            <a:ext cx="260604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681728" y="4700016"/>
            <a:ext cx="24780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Prepare final 5-slide deck + report artifacts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7498080" y="4626864"/>
            <a:ext cx="182880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562088" y="4700016"/>
            <a:ext cx="17007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AFC"/>
                </a:solidFill>
              </a:rPr>
              <a:t>Submit/present final project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9646920" y="4626864"/>
            <a:ext cx="1600200" cy="475488"/>
          </a:xfrm>
          <a:prstGeom prst="roundRect">
            <a:avLst>
              <a:gd name="adj" fmla="val 23077"/>
            </a:avLst>
          </a:prstGeom>
          <a:solidFill>
            <a:srgbClr val="0B2335"/>
          </a:solidFill>
          <a:ln w="12700">
            <a:solidFill>
              <a:srgbClr val="2445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710928" y="4700016"/>
            <a:ext cx="1472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97316"/>
                </a:solidFill>
              </a:rPr>
              <a:t>last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868680" y="5623560"/>
            <a:ext cx="10058400" cy="411480"/>
          </a:xfrm>
          <a:prstGeom prst="roundRect">
            <a:avLst>
              <a:gd name="adj" fmla="val 26667"/>
            </a:avLst>
          </a:prstGeom>
          <a:solidFill>
            <a:srgbClr val="07331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051560" y="5760720"/>
            <a:ext cx="96926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F8FAFC"/>
                </a:solidFill>
              </a:rPr>
              <a:t>Expected final outcome: a complete course package with task definition, synthetic data recipe, validation, EDA, model benchmarking, evaluation, error analysis, slides, code, data, and report.</a:t>
            </a:r>
            <a:endParaRPr lang="en-US" sz="870" dirty="0"/>
          </a:p>
        </p:txBody>
      </p:sp>
      <p:sp>
        <p:nvSpPr>
          <p:cNvPr id="69" name="Text 67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Interim Presentation</a:t>
            </a:r>
            <a:endParaRPr lang="en-US" sz="850" dirty="0"/>
          </a:p>
        </p:txBody>
      </p:sp>
      <p:sp>
        <p:nvSpPr>
          <p:cNvPr id="7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595</Words>
  <Application>Microsoft Office PowerPoint</Application>
  <PresentationFormat>Widescreen</PresentationFormat>
  <Paragraphs>130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NLP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LogTriage Interim Presentation</dc:title>
  <dc:subject>LogTriage Interim Presentation</dc:subject>
  <dc:creator>OpenAI</dc:creator>
  <cp:lastModifiedBy>Or Zuka</cp:lastModifiedBy>
  <cp:revision>2</cp:revision>
  <dcterms:created xsi:type="dcterms:W3CDTF">2026-06-05T11:06:38Z</dcterms:created>
  <dcterms:modified xsi:type="dcterms:W3CDTF">2026-06-07T15:34:07Z</dcterms:modified>
</cp:coreProperties>
</file>